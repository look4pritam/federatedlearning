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76" r:id="rId11"/>
    <p:sldId id="284" r:id="rId12"/>
    <p:sldId id="274" r:id="rId13"/>
    <p:sldId id="275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Federated Learning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  <a:p>
            <a:r>
              <a:rPr lang="en-US" dirty="0"/>
              <a:t>Federated Learning</a:t>
            </a:r>
          </a:p>
          <a:p>
            <a:r>
              <a:rPr lang="en-US" dirty="0"/>
              <a:t>Advantages </a:t>
            </a:r>
          </a:p>
          <a:p>
            <a:r>
              <a:rPr lang="en-US" dirty="0"/>
              <a:t>Disadvantages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Relies on large datasets stored in centralized locations (data centers)</a:t>
            </a:r>
          </a:p>
          <a:p>
            <a:r>
              <a:rPr lang="en-US" dirty="0"/>
              <a:t>Focuses on achieving accurate predictions and generating insights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in Traditional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Storage Issues</a:t>
            </a:r>
          </a:p>
          <a:p>
            <a:pPr lvl="1"/>
            <a:r>
              <a:rPr lang="en-US" dirty="0"/>
              <a:t>Handling massive volumes of data is difficult</a:t>
            </a:r>
          </a:p>
          <a:p>
            <a:r>
              <a:rPr lang="en-US" dirty="0"/>
              <a:t>Privacy Concerns</a:t>
            </a:r>
          </a:p>
          <a:p>
            <a:pPr lvl="1"/>
            <a:r>
              <a:rPr lang="en-US" dirty="0"/>
              <a:t>Centralized storage increases risk of data breaches</a:t>
            </a:r>
          </a:p>
          <a:p>
            <a:r>
              <a:rPr lang="en-US" dirty="0"/>
              <a:t>Processing Overhead</a:t>
            </a:r>
          </a:p>
          <a:p>
            <a:pPr lvl="1"/>
            <a:r>
              <a:rPr lang="en-US" dirty="0"/>
              <a:t>High data transfer, computation cost, and latency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Emergence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modern approach to machine learning</a:t>
            </a:r>
          </a:p>
          <a:p>
            <a:r>
              <a:rPr lang="en-US" dirty="0"/>
              <a:t>Enables decentralized training across multiple devices</a:t>
            </a:r>
          </a:p>
          <a:p>
            <a:r>
              <a:rPr lang="en-US" dirty="0"/>
              <a:t>Keeps data on local devices instead of sharing it centrally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Federated Learning Matters?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data privacy and security</a:t>
            </a:r>
          </a:p>
          <a:p>
            <a:r>
              <a:rPr lang="en-US" dirty="0"/>
              <a:t>Reduces need for large scale data transfer</a:t>
            </a:r>
          </a:p>
          <a:p>
            <a:r>
              <a:rPr lang="en-US" dirty="0"/>
              <a:t>Offers scalable and efficient learning across distributed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1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Machine Learning faces limitations in privacy, storage, and efficiency</a:t>
            </a:r>
          </a:p>
          <a:p>
            <a:r>
              <a:rPr lang="en-US" dirty="0"/>
              <a:t>Federated Learning provides a powerful and innovative solution</a:t>
            </a:r>
          </a:p>
          <a:p>
            <a:r>
              <a:rPr lang="en-US" dirty="0"/>
              <a:t>Represents a significant shift toward privacy preserving AI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407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Federated Learning?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is a machine learning technique</a:t>
            </a:r>
          </a:p>
          <a:p>
            <a:r>
              <a:rPr lang="en-US" dirty="0"/>
              <a:t>Trains models on decentralized data</a:t>
            </a:r>
          </a:p>
          <a:p>
            <a:r>
              <a:rPr lang="en-US" dirty="0"/>
              <a:t>Data is distributed across multiple devices or nodes</a:t>
            </a:r>
          </a:p>
          <a:p>
            <a:r>
              <a:rPr lang="en-US" dirty="0"/>
              <a:t>Devices include smartphones, IoT devices, and edge devices</a:t>
            </a:r>
          </a:p>
          <a:p>
            <a:r>
              <a:rPr lang="en-US" dirty="0"/>
              <a:t>Data remains on local devices (not centralized)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30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is sent to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device trains the model locally using its own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Local model updates (not raw data) are generated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Updates are sent to a central server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Server aggregates updates from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global model is updated and redistributed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25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/>
          <p:cNvSpPr txBox="1">
            <a:spLocks noChangeArrowheads="1"/>
          </p:cNvSpPr>
          <p:nvPr/>
        </p:nvSpPr>
        <p:spPr bwMode="auto">
          <a:xfrm rot="10800000" flipV="1">
            <a:off x="0" y="6519446"/>
            <a:ext cx="1828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600" b="1" dirty="0">
                <a:solidFill>
                  <a:srgbClr val="FF0000"/>
                </a:solidFill>
              </a:rPr>
              <a:t>Image </a:t>
            </a:r>
            <a:r>
              <a:rPr lang="en-US" sz="1600" b="1" dirty="0" err="1">
                <a:solidFill>
                  <a:srgbClr val="FF0000"/>
                </a:solidFill>
              </a:rPr>
              <a:t>ack</a:t>
            </a:r>
            <a:r>
              <a:rPr lang="en-US" sz="1600" b="1" dirty="0">
                <a:solidFill>
                  <a:srgbClr val="FF0000"/>
                </a:solidFill>
              </a:rPr>
              <a:t> – Google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AC75BB-CF7F-F667-BD1E-4CC17BF98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AC0114-7596-7D44-400E-94C6D70B70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30370"/>
            <a:ext cx="7467600" cy="48763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Federated Learning – Key Idea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remains on local devices</a:t>
            </a:r>
          </a:p>
          <a:p>
            <a:r>
              <a:rPr lang="en-US" dirty="0"/>
              <a:t>Only model updates are shared</a:t>
            </a:r>
          </a:p>
          <a:p>
            <a:r>
              <a:rPr lang="en-US" dirty="0"/>
              <a:t>Enables collaborative learning without compromising data privacy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26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Less over-fitting by using multiple trees</a:t>
            </a:r>
          </a:p>
          <a:p>
            <a:r>
              <a:rPr lang="en-IN" dirty="0"/>
              <a:t>More accurate as compared to single tree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Computationally expensive</a:t>
            </a:r>
          </a:p>
          <a:p>
            <a:r>
              <a:rPr lang="en-IN" dirty="0"/>
              <a:t>Less interpretable than decision tree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2116</TotalTime>
  <Words>313</Words>
  <Application>Microsoft Office PowerPoint</Application>
  <PresentationFormat>On-screen Show (4:3)</PresentationFormat>
  <Paragraphs>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Federated Learning</vt:lpstr>
      <vt:lpstr>Topics</vt:lpstr>
      <vt:lpstr>Traditional Machine Learning</vt:lpstr>
      <vt:lpstr>Challenges in Traditional ML</vt:lpstr>
      <vt:lpstr>Emergence of Federated Learning</vt:lpstr>
      <vt:lpstr>Why Federated Learning Matters?</vt:lpstr>
      <vt:lpstr>Key Takeaway</vt:lpstr>
      <vt:lpstr>What is Federated Learning?</vt:lpstr>
      <vt:lpstr>How Federated Learning Works?</vt:lpstr>
      <vt:lpstr>How Federated Learning Works?</vt:lpstr>
      <vt:lpstr>Federated Learning – Key Idea</vt:lpstr>
      <vt:lpstr>Advantages</vt:lpstr>
      <vt:lpstr>Disadvantages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1218</cp:revision>
  <dcterms:created xsi:type="dcterms:W3CDTF">2019-02-01T20:19:40Z</dcterms:created>
  <dcterms:modified xsi:type="dcterms:W3CDTF">2026-04-15T06:38:18Z</dcterms:modified>
</cp:coreProperties>
</file>